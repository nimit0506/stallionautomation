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Stallion V2: with vs without the box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simulation, updated with the CFD study's assumptions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 + ArduPlane SITL · same flight for both: take off, hover, fly forward at about 20 m/s, land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flight sim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 sim now uses the same assumptions as the CFD study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with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2451 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2268 g (CFD)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without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2301 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2228 g (CFD)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g (placeholder)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 (CFD)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(CD at 0°)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for both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0.0665 with box, 0.0583 without (CFD)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world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aircraft: ran at half 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aircraft: full speed for both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autopilot estimate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weights came from a guessed plastic mass and a 150 g box. They are now matched to the CFD mass model.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+ ArduPlane SITL · assumptions from the CFD study (0.8 mm walls)   | 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aircraft in Gazebo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the box under the fuselage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box</a:t>
            </a:r>
            <a:endParaRPr lang="en-US" sz="1600" dirty="0"/>
          </a:p>
        </p:txBody>
      </p:sp>
      <p:pic>
        <p:nvPicPr>
          <p:cNvPr id="6" name="Image 0" descr="/home/user/stallionautomation/results/images/gazebo/pod/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4023360" cy="2514600"/>
          </a:xfrm>
          <a:prstGeom prst="rect">
            <a:avLst/>
          </a:prstGeom>
        </p:spPr>
      </p:pic>
      <p:pic>
        <p:nvPicPr>
          <p:cNvPr id="7" name="Image 1" descr="/home/user/stallionautomation/results/images/gazebo/nopod/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45920"/>
            <a:ext cx="4023360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+ ArduPlane SITL · assumptions from the CFD study (0.8 mm walls)   | 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flight per version; cruise values are the second half of forward flight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flight and landing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Cruise airspeed (m/s)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Cruise motor power (PWM, front motors)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motor power (PWM, average)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steadiness (tilt RMS, 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motor share of hover thrust (CFD: 32.1%)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Climb rate (m/s)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reach 12 m/s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+ ArduPlane SITL · assumptions from the CFD study (0.8 mm walls)   | 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airspeed through the flight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Climb, hover, forward flight (about 20 m/s), back to hover, landing</a:t>
            </a:r>
            <a:endParaRPr lang="en-US" sz="1400" dirty="0"/>
          </a:p>
        </p:txBody>
      </p:sp>
      <p:pic>
        <p:nvPicPr>
          <p:cNvPr id="4" name="Image 0" descr="/home/user/stallionautomation/results/box_vs_nobox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749808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+ ArduPlane SITL · assumptions from the CFD study (0.8 mm walls)   | 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CFD weights, the box hardly changes how the aircraft flies. Hover, climb and handling are the same within the accuracy of one flight.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box's drag shows in cruise: 20.2 m/s with the box against 20.7 m/s without, at the same motor power. This matches the CFD finding that the box's effect is drag, not weight.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40 g needs only slightly more hover power (1666 against 1661 PWM).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differences in the earlier sim came from wrong weights (box 150 g instead of 40 g) and from a world that ran at half speed. Both are fixed.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307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flight per version, so small differences (for example the time to reach 12 m/s) are within run-to-run noise.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box's drag is in the flight sim. The CFD's change in pitch stability (static margin 7.0% with the box, 3.7% without) is not modelled.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swing about 18–20° while landing. That is a controller issue and has nothing to do with the box.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+ ArduPlane SITL · assumptions from the CFD study (0.8 mm walls)   |  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Stallion V2: with vs without the box (flight sim)</dc:title>
  <dc:subject>PptxGenJS Presentation</dc:subject>
  <dc:creator>PptxGenJS</dc:creator>
  <cp:lastModifiedBy>PptxGenJS</cp:lastModifiedBy>
  <cp:revision>1</cp:revision>
  <dcterms:created xsi:type="dcterms:W3CDTF">2026-10-20T20:08:53Z</dcterms:created>
  <dcterms:modified xsi:type="dcterms:W3CDTF">2026-10-20T20:08:53Z</dcterms:modified>
</cp:coreProperties>
</file>