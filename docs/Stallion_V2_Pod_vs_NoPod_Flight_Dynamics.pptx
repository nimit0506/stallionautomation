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Stallion V2 flight dynamics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and without the vial pod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Harmonic + ArduPlane SITL, automated hover and transition flights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pod: 150 g lighter, and the flight changes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pass hover and forward flight and land after the transition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4630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40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without the pod: 2451 g → 2301 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920240" cy="14630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240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altitude without pod, same throttle (with pod: 4.5 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920240" cy="14630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240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12 m/s without pod (with pod: 11.3 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1920240" cy="14630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20°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240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roll or pitch during QLAND, either version: the descent does not settle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Hover: both versions hold altitude with similar attitude (roll and pitch RMS under 0.7°). The lighter airframe climbs higher at the same throttle.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flight: both reach about 20 m/s steady ground speed. The without-pod airframe moves its altitude about 6 m (std) against 0.3 m with the pod.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Landing: both versions oscillate by about ±15–20° during QLAND. The landing controller is not tuned for these airframes.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tested, and what changed between the two versions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both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world, ArduPlane parameters, flight script and throttle profile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test: climb 10 s at 1700, hold 10 s at 1500, QLAND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test: climb 30 s at 1800, FBWB forward flight 30 s, QHOVER, QLAND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home position, 10 Hz flight logs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without the pod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2451 g → 2301 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and CG recomputed from the CAD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visuals and pod collision removed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changed: drag, which is one fixed value for both (the pod is not modelled separately)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and inertia: the pod is 150 g, CG barely moves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from the CAD. The printed airframe mass (1.0 kg) is assumed, not weighed.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7373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All-up mass (g)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 aft of wing-root 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 height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+6.7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 lateral offset (y)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inertia Ixx (kg·m²)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inertia Iyy (kg·m²)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Yaw inertia Izz (kg·m²)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the same airframe with and without the pod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pod</a:t>
            </a:r>
            <a:endParaRPr lang="en-US" sz="1600" dirty="0"/>
          </a:p>
        </p:txBody>
      </p:sp>
      <p:pic>
        <p:nvPicPr>
          <p:cNvPr id="5" name="Image 0" descr="/home/user/stallionautomation/results/images/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4023360" cy="2514600"/>
          </a:xfrm>
          <a:prstGeom prst="rect">
            <a:avLst/>
          </a:prstGeom>
        </p:spPr>
      </p:pic>
      <p:pic>
        <p:nvPicPr>
          <p:cNvPr id="6" name="Image 1" descr="/home/user/stallionautomation/results/images/nopod/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00200"/>
            <a:ext cx="402336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(green) sits under the fuselage. Removing it takes out the pod's visual and collision mesh and 150 g of mass.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Hover: the lighter airframe climbs higher and holds with similar attitude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at end of climb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climb rate (m/s)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altitude, mean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altitude, std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roll RMS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pitch RMS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max attitude, roll or pitch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flight: altitude and attitude over the full test</a:t>
            </a:r>
            <a:endParaRPr lang="en-US" sz="2600" dirty="0"/>
          </a:p>
        </p:txBody>
      </p:sp>
      <p:pic>
        <p:nvPicPr>
          <p:cNvPr id="3" name="Image 0" descr="/home/user/stallionautomation/results/metrics/charts/hover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05840"/>
            <a:ext cx="676656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flight: both reach about 20 m/s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FBWB, 30 s. Steady values use the second half of the phase. The lighter airframe reaches 12 m/s sooner.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flight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12 m/s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speed, steady mean (m/s)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speed, max (m/s)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Airspeed, steady mean (m/s)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Altitude, steady mean (m)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Altitude, steady std (m)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RMS, steady (°)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RMS, steady (°)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|pitch| over the phase (°)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airspeed and tilt command</a:t>
            </a:r>
            <a:endParaRPr lang="en-US" sz="2600" dirty="0"/>
          </a:p>
        </p:txBody>
      </p:sp>
      <p:pic>
        <p:nvPicPr>
          <p:cNvPr id="3" name="Image 0" descr="/home/user/stallionautomation/results/metrics/charts/transition_speed_ti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73152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flight: altitude and attitude over the full test</a:t>
            </a:r>
            <a:endParaRPr lang="en-US" sz="2600" dirty="0"/>
          </a:p>
        </p:txBody>
      </p:sp>
      <p:pic>
        <p:nvPicPr>
          <p:cNvPr id="3" name="Image 0" descr="/home/user/stallionautomation/results/metrics/charts/transition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960120"/>
            <a:ext cx="676656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hover and landing: both oscillate, and neither settles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transition and QLAND (transition test)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transition: pitch RMS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transition: time to settle within 2°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QLAND: touchdown below 0.5 m (s after QLAND)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QLAND: mean descent rate (m/s)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QLAND: max descent rate (m/s)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QLAND: max |roll|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QLAND: max |pitch|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effort in hover: motor and tilt commands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values, hold phase; the spread (std) is how much the controller is working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Motors mean, front-right / front-left / rear (PWM)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1697 / 1719 / 1673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1685 / 1700 / 1666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Motors std, front-right / front-left / rear (PWM)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16 / 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/ 14 / 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Tilt servo mean (PWM, 1000 = hover)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Aileron std (PWM)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V-tail std (PWM)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differences mean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150 g change is the main difference. Both get the same throttle, so the lighter airframe has more thrust-to-weight. That is why it climbs higher on the same throttle and reaches forward speed sooner.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CG barely moves (under 1 mm), so the pod is not a balance problem. Without it the mass falls about 6% and pitch and roll inertia fall about 2%.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attitude is similar in both. The without-pod airframe moves more in pitch in hover and forward flight, and its ailerons work much harder in hover (8.3 PWM std against 0.7).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oscillation affects both versions in the same way. It is a tuning problem, not a pod problem.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and open items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variant was flown once per test. Repeat runs of the with-pod hover already varied by about 3° in peak tilt, so differences below that are not meaningful.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airframe mass (1.0 kg) is assumed, not weighed. The 150 g pod mass (2 × 75 g) is also an estimate.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is one fixed value for both versions. The model does not reduce drag when the pod is removed, so the real without-pod airframe is probably a little faster than shown.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and propeller coefficients come from the manual and an estimate, not from wind-tunnel or flight data.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re-tune the landing gains, repeat each test 3 times, and weigh the printed parts to firm up the mass.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Gazebo Harmonic + ArduPlane SITL, 10 Hz logs   |  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Stallion V2: with and without the vial pod</dc:title>
  <dc:subject>PptxGenJS Presentation</dc:subject>
  <dc:creator>PptxGenJS</dc:creator>
  <cp:lastModifiedBy>PptxGenJS</cp:lastModifiedBy>
  <cp:revision>1</cp:revision>
  <dcterms:created xsi:type="dcterms:W3CDTF">2026-10-20T11:27:24Z</dcterms:created>
  <dcterms:modified xsi:type="dcterms:W3CDTF">2026-10-20T11:27:24Z</dcterms:modified>
</cp:coreProperties>
</file>