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Stallion V2 flight dynamics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and without the vial pod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SITL: automated hover and transition flights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pod: 150 g lighter, and the flight changes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versions pass the hover and forward-flight tests and land after the transition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20240" cy="1417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63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g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without the pod (2451 g → 2301 g)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325880"/>
            <a:ext cx="1920240" cy="1417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463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 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altitude without pod, same throttle (with pod: 4.5 m)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1920240" cy="1417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463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reach 12 m/s without pod (with pod: 11.3 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0" y="1325880"/>
            <a:ext cx="1920240" cy="1417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03720" y="1463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20°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roll or pitch during landing, either version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2608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Hover: both versions hold altitude and stay within 0.7° of level (RMS). The lighter airframe climbs higher on the same throttle.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flight: both reach about 20 m/s. Without the pod the altitude was still changing (5.9 m spread against 0.3 m with the pod).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Landing: both versions swing by 15–20° during the descent. The landing controller needs re-tuning. This is not caused by the pod.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flights were flown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test: arm in QHOVER, climb 10 s at throttle PWM 1700, hold 10 s at 1500, then QLAND (land).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test: climb 30 s at PWM 1800, switch to FBWB (fixed-wing mode with altitude hold) for 30 s, return to QHOVER, then QLAND.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rules: hover passes if it reaches 3 m with roll and pitch within 25°. Forward flight passes if it reaches 12 m/s, stays above 2 m, and keeps tilt within 45°. The transition test passes landing if it ends below 0.5 m.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world, same parameters and same throttle profile for both airframes. The only difference is the pod.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angles in degrees, altitude in metres, speeds in m/s. Servo and motor values are PWM (1000–2000).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airframe in Gazebo: with the vial pod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by Gazebo's own camera sensors (the same renderer the GUI uses)</a:t>
            </a:r>
            <a:endParaRPr lang="en-US" sz="1400" dirty="0"/>
          </a:p>
        </p:txBody>
      </p:sp>
      <p:pic>
        <p:nvPicPr>
          <p:cNvPr id="4" name="Image 0" descr="/home/user/stallionautomation/results/images/gazebo/pod/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487168" cy="1554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276148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Isometric</a:t>
            </a:r>
            <a:endParaRPr lang="en-US" sz="1100" dirty="0"/>
          </a:p>
        </p:txBody>
      </p:sp>
      <p:pic>
        <p:nvPicPr>
          <p:cNvPr id="6" name="Image 1" descr="/home/user/stallionautomation/results/images/gazebo/pod/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188720"/>
            <a:ext cx="2487168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081528" y="276148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100" dirty="0"/>
          </a:p>
        </p:txBody>
      </p:sp>
      <p:pic>
        <p:nvPicPr>
          <p:cNvPr id="8" name="Image 2" descr="/home/user/stallionautomation/results/images/gazebo/pod/s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5856" y="1188720"/>
            <a:ext cx="2487168" cy="15544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705856" y="276148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</a:t>
            </a:r>
            <a:endParaRPr lang="en-US" sz="1100" dirty="0"/>
          </a:p>
        </p:txBody>
      </p:sp>
      <p:pic>
        <p:nvPicPr>
          <p:cNvPr id="10" name="Image 3" descr="/home/user/stallionautomation/results/images/gazebo/pod/fro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9364" y="2971800"/>
            <a:ext cx="2487168" cy="15544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769364" y="45445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1100" dirty="0"/>
          </a:p>
        </p:txBody>
      </p:sp>
      <p:pic>
        <p:nvPicPr>
          <p:cNvPr id="12" name="Image 4" descr="/home/user/stallionautomation/results/images/gazebo/pod/re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3692" y="2971800"/>
            <a:ext cx="2487168" cy="15544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393692" y="45445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airframe in Gazebo: without the vial pod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by Gazebo's own camera sensors (the same renderer the GUI uses)</a:t>
            </a:r>
            <a:endParaRPr lang="en-US" sz="1400" dirty="0"/>
          </a:p>
        </p:txBody>
      </p:sp>
      <p:pic>
        <p:nvPicPr>
          <p:cNvPr id="4" name="Image 0" descr="/home/user/stallionautomation/results/images/gazebo/nopod/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487168" cy="1554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276148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Isometric</a:t>
            </a:r>
            <a:endParaRPr lang="en-US" sz="1100" dirty="0"/>
          </a:p>
        </p:txBody>
      </p:sp>
      <p:pic>
        <p:nvPicPr>
          <p:cNvPr id="6" name="Image 1" descr="/home/user/stallionautomation/results/images/gazebo/nopod/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188720"/>
            <a:ext cx="2487168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081528" y="276148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100" dirty="0"/>
          </a:p>
        </p:txBody>
      </p:sp>
      <p:pic>
        <p:nvPicPr>
          <p:cNvPr id="8" name="Image 2" descr="/home/user/stallionautomation/results/images/gazebo/nopod/s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5856" y="1188720"/>
            <a:ext cx="2487168" cy="15544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705856" y="276148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</a:t>
            </a:r>
            <a:endParaRPr lang="en-US" sz="1100" dirty="0"/>
          </a:p>
        </p:txBody>
      </p:sp>
      <p:pic>
        <p:nvPicPr>
          <p:cNvPr id="10" name="Image 3" descr="/home/user/stallionautomation/results/images/gazebo/nopod/fro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9364" y="2971800"/>
            <a:ext cx="2487168" cy="15544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769364" y="45445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1100" dirty="0"/>
          </a:p>
        </p:txBody>
      </p:sp>
      <p:pic>
        <p:nvPicPr>
          <p:cNvPr id="12" name="Image 4" descr="/home/user/stallionautomation/results/images/gazebo/nopod/re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3692" y="2971800"/>
            <a:ext cx="2487168" cy="15544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393692" y="45445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and inertia: the pod is 150 g, the CG hardly moves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estimate. The printed airframe mass (1.0 kg) is an assumption, not a weighed value.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All-up mass (g)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 aft of wing-root leading edge (mm)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 lateral offset, y (mm)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 inertia Ixx (kg·m²)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Pitch inertia Iyy (kg·m²)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Yaw inertia Izz (kg·m²)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mass means less weight to lift, so the lighter airframe has more thrust per kilogram.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CG moves less than 1 mm, so the balance of the aircraft is the same. The pod sits close to the centre of mass.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Inertia is resistance to rotation. Roll and pitch inertia fall by about 2%, so the aircraft turns a little more easily.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Hover: the lighter airframe climbs higher and holds with similar attitude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8288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Hover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Altitude at end of climb (m)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climb rate (m/s)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altitude, mean (m)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altitude, spread (std, 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roll, RMS (°)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pitch, RMS (°)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largest roll or pitch (°)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 (root mean square) is the typical size of the tilt. Zero means perfectly level. Lower is steadier.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(std) is how much the altitude wanders during the 10 s hold. Both are steady: under 0.2 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Climb: the same throttle gives the lighter airframe a faster climb, so it finishes the climb higher (6.5 m against 3.8 m).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flight: altitude, roll and pitch over the whole test</a:t>
            </a:r>
            <a:endParaRPr lang="en-US" sz="2600" dirty="0"/>
          </a:p>
        </p:txBody>
      </p:sp>
      <p:pic>
        <p:nvPicPr>
          <p:cNvPr id="3" name="Image 0" descr="/home/user/stallionautomation/results/metrics/charts/hover_time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60120"/>
            <a:ext cx="749808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 is the straight ramp, the hold is the flat section, and the descent (QLAND) is on the right. Roll and pitch stay small during the hold; they grow during the descent.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flight: both reach about 20 m/s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FBWB for 30 s. Steady values use the second half of the phase.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 flight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reach 12 m/s (s)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speed, steady mean (m/s)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speed, maximum (m/s)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Altitude, steady mean (m)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Altitude, spread (std, 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Pitch, RMS (°)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Roll, RMS (°)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reach the same cruise speed of about 20 m/s, so the wings carry the aircraft in both cases.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lighter airframe accelerates to 12 m/s in 2.4 s instead of 11.3 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pod, altitude was still changing: it peaked at 42 m and fell to 22 m. That spread is the energy being traded between speed and height, not instability.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Transition: airspeed and tilt command</a:t>
            </a:r>
            <a:endParaRPr lang="en-US" sz="2600" dirty="0"/>
          </a:p>
        </p:txBody>
      </p:sp>
      <p:pic>
        <p:nvPicPr>
          <p:cNvPr id="3" name="Image 0" descr="/home/user/stallionautomation/results/metrics/charts/transition_speed_ti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14400"/>
            <a:ext cx="749808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(bottom): 1000 = rotors pointing up (hover), 2000 = rotors pointing forward (cruise). The command goes forward before forward flight and back afterwards. Airspeed (top) rises once the wings carry the aircraft.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flight: altitude, roll and pitch over the whole test</a:t>
            </a:r>
            <a:endParaRPr lang="en-US" sz="2600" dirty="0"/>
          </a:p>
        </p:txBody>
      </p:sp>
      <p:pic>
        <p:nvPicPr>
          <p:cNvPr id="3" name="Image 0" descr="/home/user/stallionautomation/results/metrics/charts/transition_time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914400"/>
            <a:ext cx="676656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right: climb, hold, forward flight, return to hover, and landing. The large swings on the right are the landing descent in both versions.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hover and landing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645920"/>
                <a:gridCol w="164592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Transition test: return and landing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to hover: pitch, RMS (°)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to hover: time to settle within 2° (s)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Landing: time to get below 0.5 m (s)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Landing: mean descent rate (m/s)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Landing: fastest descent (m/s)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Landing: largest roll (°)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Landing: largest pitch (°)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 descent rate (0.2–0.5 m/s) is gentle. The fastest rates (1.4–2.3 m/s) happen during the swings, which is when a touchdown would be hard.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landing settles inside 2°. The landing controller is what needs tuning; the pod does not change that.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effort in hover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phase. Spread (std) is how much each command moves: higher means the controller is working harder.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phase (PWM)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mean: front-right / front-left / rear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1697 / 1719 / 1673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1685 / 1700 / 1666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spread (std): front-right / front-left / rear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16 /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14 / 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Tilt servo mean (1000 = hover)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Aileron spread (std)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V-tail spread (std)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83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pod the ailerons work about 12 times as hard in hover (8.3 against 0.7 PWM). The roll is being corrected more often.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motors run near 1,700 PWM in both (about hover thrust), and their spread is small, so the throttle is steady.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differences mean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150 g is the main difference. Both get the same throttle, so the lighter airframe has more thrust for its weight. It climbs higher and reaches forward speed sooner.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CG barely moves, so the pod is not a balance problem. Without it, mass falls about 6% and roll and pitch inertia fall about 2%: the aircraft responds a little more quickly.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hover, both attitudes are similar. The without-pod airframe needs more aileron correction, and it moves more in pitch in both hover and forward flight.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landing swings affect both versions alike. That is a tuning problem for the landing controller, not a pod problem.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and next steps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airframe flew once per test. Two runs of the with-pod hover already differed by about 3° in largest tilt, so differences smaller than that are not meaningful.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printed airframe mass (1.0 kg) is assumed, not weighed. The pod's 150 g (2 × 75 g) is also an estimate.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is one fixed value for both versions. The model does not reduce drag when the pod is removed, so the real airframe without the pod is probably a little faster.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Aerodynamic and propeller coefficients come from the manual and estimates, not from wind-tunnel or flight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re-tune the landing controller, repeat each test three times, and weigh the printed parts to firm up the mass.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 + ArduPlane SITL, 10 Hz flight logs   |  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Stallion V2: with and without the vial pod</dc:title>
  <dc:subject>PptxGenJS Presentation</dc:subject>
  <dc:creator>PptxGenJS</dc:creator>
  <cp:lastModifiedBy>PptxGenJS</cp:lastModifiedBy>
  <cp:revision>1</cp:revision>
  <dcterms:created xsi:type="dcterms:W3CDTF">2026-10-20T11:55:21Z</dcterms:created>
  <dcterms:modified xsi:type="dcterms:W3CDTF">2026-10-20T11:55:21Z</dcterms:modified>
</cp:coreProperties>
</file>