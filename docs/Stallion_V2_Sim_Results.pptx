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d314c72-f3f0-dc80-642e-e56ed75f6c26}">
          <p14:sldIdLst>
            <p14:sldId id="256"/>
            <p14:sldId id="257"/>
          </p14:sldIdLst>
        </p14:section>
        <p14:section name="Model" id="{5ade8bbd-8633-5332-6d50-8ec30de9edeb}">
          <p14:sldIdLst>
            <p14:sldId id="258"/>
            <p14:sldId id="259"/>
          </p14:sldIdLst>
        </p14:section>
        <p14:section name="Convergence" id="{98b0b27c-13d7-8598-a82d-4ed691a31385}">
          <p14:sldIdLst>
            <p14:sldId id="260"/>
            <p14:sldId id="261"/>
            <p14:sldId id="262"/>
          </p14:sldIdLst>
        </p14:section>
        <p14:section name="Simulation images" id="{93185c93-45f9-c6c2-483f-6f30f11cbe4a}">
          <p14:sldIdLst>
            <p14:sldId id="263"/>
            <p14:sldId id="264"/>
          </p14:sldIdLst>
        </p14:section>
        <p14:section name="Next steps" id="{ba47ec32-958a-5104-d2f6-c73db4c0e58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+mn-lt"/>
              </a:rPr>
              <a:t>Roll and pitch (deg), hover run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Roll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35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-0.38</c:v>
                </c:pt>
                <c:pt idx="1">
                  <c:v>-0.33</c:v>
                </c:pt>
                <c:pt idx="2">
                  <c:v>-0.31</c:v>
                </c:pt>
                <c:pt idx="3">
                  <c:v>-0.46</c:v>
                </c:pt>
                <c:pt idx="4">
                  <c:v>-0.13</c:v>
                </c:pt>
                <c:pt idx="5">
                  <c:v>-0.29</c:v>
                </c:pt>
                <c:pt idx="6">
                  <c:v>-0.33</c:v>
                </c:pt>
                <c:pt idx="7">
                  <c:v>0.06</c:v>
                </c:pt>
                <c:pt idx="8">
                  <c:v>0.12</c:v>
                </c:pt>
                <c:pt idx="9">
                  <c:v>0.05</c:v>
                </c:pt>
                <c:pt idx="10">
                  <c:v>-0.2</c:v>
                </c:pt>
                <c:pt idx="11">
                  <c:v>-0.3</c:v>
                </c:pt>
                <c:pt idx="12">
                  <c:v>0.15</c:v>
                </c:pt>
                <c:pt idx="13">
                  <c:v>0.47</c:v>
                </c:pt>
                <c:pt idx="14">
                  <c:v>0.15</c:v>
                </c:pt>
                <c:pt idx="15">
                  <c:v>0.1</c:v>
                </c:pt>
                <c:pt idx="16">
                  <c:v>0.07</c:v>
                </c:pt>
                <c:pt idx="17">
                  <c:v>-0.09</c:v>
                </c:pt>
                <c:pt idx="18">
                  <c:v>-0.05</c:v>
                </c:pt>
                <c:pt idx="19">
                  <c:v>0.05</c:v>
                </c:pt>
                <c:pt idx="20">
                  <c:v>0.08</c:v>
                </c:pt>
                <c:pt idx="21">
                  <c:v>1.57</c:v>
                </c:pt>
                <c:pt idx="22">
                  <c:v>0.71</c:v>
                </c:pt>
                <c:pt idx="23">
                  <c:v>-4.79</c:v>
                </c:pt>
                <c:pt idx="24">
                  <c:v>-0.19</c:v>
                </c:pt>
                <c:pt idx="25">
                  <c:v>8.41</c:v>
                </c:pt>
                <c:pt idx="26">
                  <c:v>5.41</c:v>
                </c:pt>
                <c:pt idx="27">
                  <c:v>5.33</c:v>
                </c:pt>
                <c:pt idx="28">
                  <c:v>4.1</c:v>
                </c:pt>
                <c:pt idx="29">
                  <c:v>-0.74</c:v>
                </c:pt>
                <c:pt idx="30">
                  <c:v>-9.45</c:v>
                </c:pt>
                <c:pt idx="31">
                  <c:v>0.79</c:v>
                </c:pt>
                <c:pt idx="32">
                  <c:v>6.15</c:v>
                </c:pt>
                <c:pt idx="33">
                  <c:v>1.2</c:v>
                </c:pt>
                <c:pt idx="34">
                  <c:v>-3.87</c:v>
                </c:pt>
                <c:pt idx="35">
                  <c:v>-1.37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Pitch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35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-0.93</c:v>
                </c:pt>
                <c:pt idx="1">
                  <c:v>-0.89</c:v>
                </c:pt>
                <c:pt idx="2">
                  <c:v>-0.92</c:v>
                </c:pt>
                <c:pt idx="3">
                  <c:v>-0.93</c:v>
                </c:pt>
                <c:pt idx="4">
                  <c:v>-1.28</c:v>
                </c:pt>
                <c:pt idx="5">
                  <c:v>-1.33</c:v>
                </c:pt>
                <c:pt idx="6">
                  <c:v>-0.38</c:v>
                </c:pt>
                <c:pt idx="7">
                  <c:v>-0.02</c:v>
                </c:pt>
                <c:pt idx="8">
                  <c:v>-0.18</c:v>
                </c:pt>
                <c:pt idx="9">
                  <c:v>-0.35</c:v>
                </c:pt>
                <c:pt idx="10">
                  <c:v>-0.4</c:v>
                </c:pt>
                <c:pt idx="11">
                  <c:v>-0.19</c:v>
                </c:pt>
                <c:pt idx="12">
                  <c:v>0.3</c:v>
                </c:pt>
                <c:pt idx="13">
                  <c:v>-0.04</c:v>
                </c:pt>
                <c:pt idx="14">
                  <c:v>-0.27</c:v>
                </c:pt>
                <c:pt idx="15">
                  <c:v>-0.16</c:v>
                </c:pt>
                <c:pt idx="16">
                  <c:v>-0.25</c:v>
                </c:pt>
                <c:pt idx="17">
                  <c:v>0.07</c:v>
                </c:pt>
                <c:pt idx="18">
                  <c:v>0.07</c:v>
                </c:pt>
                <c:pt idx="19">
                  <c:v>0.07</c:v>
                </c:pt>
                <c:pt idx="20">
                  <c:v>-0.05</c:v>
                </c:pt>
                <c:pt idx="21">
                  <c:v>-0.61</c:v>
                </c:pt>
                <c:pt idx="22">
                  <c:v>-3.77</c:v>
                </c:pt>
                <c:pt idx="23">
                  <c:v>0.1</c:v>
                </c:pt>
                <c:pt idx="24">
                  <c:v>8.4</c:v>
                </c:pt>
                <c:pt idx="25">
                  <c:v>0.37</c:v>
                </c:pt>
                <c:pt idx="26">
                  <c:v>-0.67</c:v>
                </c:pt>
                <c:pt idx="27">
                  <c:v>-3.63</c:v>
                </c:pt>
                <c:pt idx="28">
                  <c:v>-2.83</c:v>
                </c:pt>
                <c:pt idx="29">
                  <c:v>5.15</c:v>
                </c:pt>
                <c:pt idx="30">
                  <c:v>-3.37</c:v>
                </c:pt>
                <c:pt idx="31">
                  <c:v>-10.91</c:v>
                </c:pt>
                <c:pt idx="32">
                  <c:v>4.77</c:v>
                </c:pt>
                <c:pt idx="33">
                  <c:v>5.12</c:v>
                </c:pt>
                <c:pt idx="34">
                  <c:v>0.9</c:v>
                </c:pt>
                <c:pt idx="35">
                  <c:v>-4.63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5"/>
          <c:min val="-15"/>
        </c:scaling>
        <c:delete val="0"/>
        <c:axPos val="l"/>
        <c:majorGridlines>
          <c:spPr>
            <a:ln w="9525" cap="flat">
              <a:solidFill>
                <a:srgbClr val="DD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A55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+mn-lt"/>
              </a:rPr>
              <a:t>Roll and pitch (deg), transition run, time from start (s)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Roll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Sheet1!$A$2:$A$207</c:f>
              <c:multiLvlStrCache>
                <c:ptCount val="206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>70</c:v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90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>110</c:v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120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>130</c:v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>140</c:v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150</c:v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>160</c:v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>170</c:v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>180</c:v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>190</c:v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>200</c:v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</c:lvl>
              </c:multiLvlStrCache>
            </c:multiLvlStrRef>
          </c:cat>
          <c:val>
            <c:numRef>
              <c:f>Sheet1!$B$2:$B$207</c:f>
              <c:numCache>
                <c:formatCode>General</c:formatCode>
                <c:ptCount val="206"/>
                <c:pt idx="0">
                  <c:v>-0.09</c:v>
                </c:pt>
                <c:pt idx="1">
                  <c:v>-0.23</c:v>
                </c:pt>
                <c:pt idx="2">
                  <c:v>-0.28</c:v>
                </c:pt>
                <c:pt idx="3">
                  <c:v>-0.29</c:v>
                </c:pt>
                <c:pt idx="4">
                  <c:v>-0.6</c:v>
                </c:pt>
                <c:pt idx="5">
                  <c:v>-0.86</c:v>
                </c:pt>
                <c:pt idx="6">
                  <c:v>-0.51</c:v>
                </c:pt>
                <c:pt idx="7">
                  <c:v>-0.19</c:v>
                </c:pt>
                <c:pt idx="8">
                  <c:v>0.06</c:v>
                </c:pt>
                <c:pt idx="9">
                  <c:v>0.21</c:v>
                </c:pt>
                <c:pt idx="10">
                  <c:v>0.22</c:v>
                </c:pt>
                <c:pt idx="11">
                  <c:v>-0.06</c:v>
                </c:pt>
                <c:pt idx="12">
                  <c:v>-0.25</c:v>
                </c:pt>
                <c:pt idx="13">
                  <c:v>-0.14</c:v>
                </c:pt>
                <c:pt idx="14">
                  <c:v>-0.65</c:v>
                </c:pt>
                <c:pt idx="15">
                  <c:v>-0.47</c:v>
                </c:pt>
                <c:pt idx="16">
                  <c:v>-0.02</c:v>
                </c:pt>
                <c:pt idx="17">
                  <c:v>0.28</c:v>
                </c:pt>
                <c:pt idx="18">
                  <c:v>1.74</c:v>
                </c:pt>
                <c:pt idx="19">
                  <c:v>-0.62</c:v>
                </c:pt>
                <c:pt idx="20">
                  <c:v>0.15</c:v>
                </c:pt>
                <c:pt idx="21">
                  <c:v>-0.39</c:v>
                </c:pt>
                <c:pt idx="22">
                  <c:v>0.93</c:v>
                </c:pt>
                <c:pt idx="23">
                  <c:v>-0.49</c:v>
                </c:pt>
                <c:pt idx="24">
                  <c:v>-0.01</c:v>
                </c:pt>
                <c:pt idx="25">
                  <c:v>-0.19</c:v>
                </c:pt>
                <c:pt idx="26">
                  <c:v>0.45</c:v>
                </c:pt>
                <c:pt idx="27">
                  <c:v>0.63</c:v>
                </c:pt>
                <c:pt idx="28">
                  <c:v>-0.97</c:v>
                </c:pt>
                <c:pt idx="29">
                  <c:v>-0.05</c:v>
                </c:pt>
                <c:pt idx="30">
                  <c:v>-0.29</c:v>
                </c:pt>
                <c:pt idx="31">
                  <c:v>-0.23</c:v>
                </c:pt>
                <c:pt idx="32">
                  <c:v>-0.29</c:v>
                </c:pt>
                <c:pt idx="33">
                  <c:v>-0.32</c:v>
                </c:pt>
                <c:pt idx="34">
                  <c:v>-0.38</c:v>
                </c:pt>
                <c:pt idx="35">
                  <c:v>-0.39</c:v>
                </c:pt>
                <c:pt idx="36">
                  <c:v>-0.28</c:v>
                </c:pt>
                <c:pt idx="37">
                  <c:v>0.91</c:v>
                </c:pt>
                <c:pt idx="38">
                  <c:v>0.63</c:v>
                </c:pt>
                <c:pt idx="39">
                  <c:v>0.46</c:v>
                </c:pt>
                <c:pt idx="40">
                  <c:v>0.06</c:v>
                </c:pt>
                <c:pt idx="41">
                  <c:v>-0.45</c:v>
                </c:pt>
                <c:pt idx="42">
                  <c:v>-2.45</c:v>
                </c:pt>
                <c:pt idx="43">
                  <c:v>-0.98</c:v>
                </c:pt>
                <c:pt idx="44">
                  <c:v>-0.66</c:v>
                </c:pt>
                <c:pt idx="45">
                  <c:v>-0.67</c:v>
                </c:pt>
                <c:pt idx="46">
                  <c:v>-0.76</c:v>
                </c:pt>
                <c:pt idx="47">
                  <c:v>-4.32</c:v>
                </c:pt>
                <c:pt idx="48">
                  <c:v>1.91</c:v>
                </c:pt>
                <c:pt idx="49">
                  <c:v>4.11</c:v>
                </c:pt>
                <c:pt idx="50">
                  <c:v>0.93</c:v>
                </c:pt>
                <c:pt idx="51">
                  <c:v>-0.17</c:v>
                </c:pt>
                <c:pt idx="52">
                  <c:v>-0.45</c:v>
                </c:pt>
                <c:pt idx="53">
                  <c:v>0.49</c:v>
                </c:pt>
                <c:pt idx="54">
                  <c:v>0.44</c:v>
                </c:pt>
                <c:pt idx="55">
                  <c:v>-1.65</c:v>
                </c:pt>
                <c:pt idx="56">
                  <c:v>0.78</c:v>
                </c:pt>
                <c:pt idx="57">
                  <c:v>3.1</c:v>
                </c:pt>
                <c:pt idx="58">
                  <c:v>0.22</c:v>
                </c:pt>
                <c:pt idx="59">
                  <c:v>-0.51</c:v>
                </c:pt>
                <c:pt idx="60">
                  <c:v>0.85</c:v>
                </c:pt>
                <c:pt idx="61">
                  <c:v>-0.48</c:v>
                </c:pt>
                <c:pt idx="62">
                  <c:v>0.35</c:v>
                </c:pt>
                <c:pt idx="63">
                  <c:v>0.4</c:v>
                </c:pt>
                <c:pt idx="64">
                  <c:v>-0.23</c:v>
                </c:pt>
                <c:pt idx="65">
                  <c:v>0.05</c:v>
                </c:pt>
                <c:pt idx="66">
                  <c:v>-0.06</c:v>
                </c:pt>
                <c:pt idx="67">
                  <c:v>0.06</c:v>
                </c:pt>
                <c:pt idx="68">
                  <c:v>0.03</c:v>
                </c:pt>
                <c:pt idx="69">
                  <c:v>0.4</c:v>
                </c:pt>
                <c:pt idx="70">
                  <c:v>0.58</c:v>
                </c:pt>
                <c:pt idx="71">
                  <c:v>0.16</c:v>
                </c:pt>
                <c:pt idx="72">
                  <c:v>0.43</c:v>
                </c:pt>
                <c:pt idx="73">
                  <c:v>0.67</c:v>
                </c:pt>
                <c:pt idx="74">
                  <c:v>0.26</c:v>
                </c:pt>
                <c:pt idx="75">
                  <c:v>0.49</c:v>
                </c:pt>
                <c:pt idx="76">
                  <c:v>0</c:v>
                </c:pt>
                <c:pt idx="77">
                  <c:v>-0.79</c:v>
                </c:pt>
                <c:pt idx="78">
                  <c:v>-0.02</c:v>
                </c:pt>
                <c:pt idx="79">
                  <c:v>-0.18</c:v>
                </c:pt>
                <c:pt idx="80">
                  <c:v>-0.35</c:v>
                </c:pt>
                <c:pt idx="81">
                  <c:v>-0.02</c:v>
                </c:pt>
                <c:pt idx="82">
                  <c:v>-0.06</c:v>
                </c:pt>
                <c:pt idx="83">
                  <c:v>-0.06</c:v>
                </c:pt>
                <c:pt idx="84">
                  <c:v>-0.16</c:v>
                </c:pt>
                <c:pt idx="85">
                  <c:v>-0.09</c:v>
                </c:pt>
                <c:pt idx="86">
                  <c:v>0.17</c:v>
                </c:pt>
                <c:pt idx="87">
                  <c:v>4.56</c:v>
                </c:pt>
                <c:pt idx="88">
                  <c:v>5.38</c:v>
                </c:pt>
                <c:pt idx="89">
                  <c:v>1.58</c:v>
                </c:pt>
                <c:pt idx="90">
                  <c:v>2.27</c:v>
                </c:pt>
                <c:pt idx="91">
                  <c:v>6.77</c:v>
                </c:pt>
                <c:pt idx="92">
                  <c:v>8.67</c:v>
                </c:pt>
                <c:pt idx="93">
                  <c:v>9.08</c:v>
                </c:pt>
                <c:pt idx="94">
                  <c:v>8.72</c:v>
                </c:pt>
                <c:pt idx="95">
                  <c:v>3.45</c:v>
                </c:pt>
                <c:pt idx="96">
                  <c:v>5.4</c:v>
                </c:pt>
                <c:pt idx="97">
                  <c:v>0.58</c:v>
                </c:pt>
                <c:pt idx="98">
                  <c:v>-0.77</c:v>
                </c:pt>
                <c:pt idx="99">
                  <c:v>3.92</c:v>
                </c:pt>
                <c:pt idx="100">
                  <c:v>16.26</c:v>
                </c:pt>
                <c:pt idx="101">
                  <c:v>14.3</c:v>
                </c:pt>
                <c:pt idx="102">
                  <c:v>-0.11</c:v>
                </c:pt>
                <c:pt idx="103">
                  <c:v>-6.97</c:v>
                </c:pt>
                <c:pt idx="104">
                  <c:v>-13.22</c:v>
                </c:pt>
                <c:pt idx="105">
                  <c:v>-14.69</c:v>
                </c:pt>
                <c:pt idx="106">
                  <c:v>-5.46</c:v>
                </c:pt>
                <c:pt idx="107">
                  <c:v>8.11</c:v>
                </c:pt>
                <c:pt idx="108">
                  <c:v>3.63</c:v>
                </c:pt>
                <c:pt idx="109">
                  <c:v>-4.14</c:v>
                </c:pt>
                <c:pt idx="110">
                  <c:v>-5.57</c:v>
                </c:pt>
                <c:pt idx="111">
                  <c:v>-5.81</c:v>
                </c:pt>
                <c:pt idx="112">
                  <c:v>-3.1</c:v>
                </c:pt>
                <c:pt idx="113">
                  <c:v>4.98</c:v>
                </c:pt>
                <c:pt idx="114">
                  <c:v>12.63</c:v>
                </c:pt>
                <c:pt idx="115">
                  <c:v>3.59</c:v>
                </c:pt>
                <c:pt idx="116">
                  <c:v>-6.24</c:v>
                </c:pt>
                <c:pt idx="117">
                  <c:v>-2.51</c:v>
                </c:pt>
                <c:pt idx="118">
                  <c:v>-0.72</c:v>
                </c:pt>
                <c:pt idx="119">
                  <c:v>-1.36</c:v>
                </c:pt>
                <c:pt idx="120">
                  <c:v>8.45</c:v>
                </c:pt>
                <c:pt idx="121">
                  <c:v>11.59</c:v>
                </c:pt>
                <c:pt idx="122">
                  <c:v>7.55</c:v>
                </c:pt>
                <c:pt idx="123">
                  <c:v>-4.23</c:v>
                </c:pt>
                <c:pt idx="124">
                  <c:v>-8.72</c:v>
                </c:pt>
                <c:pt idx="125">
                  <c:v>-5.33</c:v>
                </c:pt>
                <c:pt idx="126">
                  <c:v>-4.21</c:v>
                </c:pt>
                <c:pt idx="127">
                  <c:v>-2.35</c:v>
                </c:pt>
                <c:pt idx="128">
                  <c:v>-3.83</c:v>
                </c:pt>
                <c:pt idx="129">
                  <c:v>-4.39</c:v>
                </c:pt>
                <c:pt idx="130">
                  <c:v>-8.82</c:v>
                </c:pt>
                <c:pt idx="131">
                  <c:v>-2.34</c:v>
                </c:pt>
                <c:pt idx="132">
                  <c:v>12.28</c:v>
                </c:pt>
                <c:pt idx="133">
                  <c:v>-11.53</c:v>
                </c:pt>
                <c:pt idx="134">
                  <c:v>-7.77</c:v>
                </c:pt>
                <c:pt idx="135">
                  <c:v>7.77</c:v>
                </c:pt>
                <c:pt idx="136">
                  <c:v>3.78</c:v>
                </c:pt>
                <c:pt idx="137">
                  <c:v>-9.08</c:v>
                </c:pt>
                <c:pt idx="138">
                  <c:v>5.4</c:v>
                </c:pt>
                <c:pt idx="139">
                  <c:v>6.32</c:v>
                </c:pt>
                <c:pt idx="140">
                  <c:v>9.35</c:v>
                </c:pt>
                <c:pt idx="141">
                  <c:v>9.27</c:v>
                </c:pt>
                <c:pt idx="142">
                  <c:v>-1.35</c:v>
                </c:pt>
                <c:pt idx="143">
                  <c:v>-13.5</c:v>
                </c:pt>
                <c:pt idx="144">
                  <c:v>-2.84</c:v>
                </c:pt>
                <c:pt idx="145">
                  <c:v>11.85</c:v>
                </c:pt>
                <c:pt idx="146">
                  <c:v>5.31</c:v>
                </c:pt>
                <c:pt idx="147">
                  <c:v>-1.35</c:v>
                </c:pt>
                <c:pt idx="148">
                  <c:v>-8.89</c:v>
                </c:pt>
                <c:pt idx="149">
                  <c:v>-6.8</c:v>
                </c:pt>
                <c:pt idx="150">
                  <c:v>3.03</c:v>
                </c:pt>
                <c:pt idx="151">
                  <c:v>7.99</c:v>
                </c:pt>
                <c:pt idx="152">
                  <c:v>9.53</c:v>
                </c:pt>
                <c:pt idx="153">
                  <c:v>9.95</c:v>
                </c:pt>
                <c:pt idx="154">
                  <c:v>10.98</c:v>
                </c:pt>
                <c:pt idx="155">
                  <c:v>9.66</c:v>
                </c:pt>
                <c:pt idx="156">
                  <c:v>-2.97</c:v>
                </c:pt>
                <c:pt idx="157">
                  <c:v>-11.27</c:v>
                </c:pt>
                <c:pt idx="158">
                  <c:v>-13.86</c:v>
                </c:pt>
                <c:pt idx="159">
                  <c:v>-13.84</c:v>
                </c:pt>
                <c:pt idx="160">
                  <c:v>-12.58</c:v>
                </c:pt>
                <c:pt idx="161">
                  <c:v>-9.13</c:v>
                </c:pt>
                <c:pt idx="162">
                  <c:v>7.25</c:v>
                </c:pt>
                <c:pt idx="163">
                  <c:v>12.93</c:v>
                </c:pt>
                <c:pt idx="164">
                  <c:v>-9.2</c:v>
                </c:pt>
                <c:pt idx="165">
                  <c:v>-10.25</c:v>
                </c:pt>
                <c:pt idx="166">
                  <c:v>2.19</c:v>
                </c:pt>
                <c:pt idx="167">
                  <c:v>5.99</c:v>
                </c:pt>
                <c:pt idx="168">
                  <c:v>12.65</c:v>
                </c:pt>
                <c:pt idx="169">
                  <c:v>13.83</c:v>
                </c:pt>
                <c:pt idx="170">
                  <c:v>11.35</c:v>
                </c:pt>
                <c:pt idx="171">
                  <c:v>8.33</c:v>
                </c:pt>
                <c:pt idx="172">
                  <c:v>-2</c:v>
                </c:pt>
                <c:pt idx="173">
                  <c:v>-0.2</c:v>
                </c:pt>
                <c:pt idx="174">
                  <c:v>1.12</c:v>
                </c:pt>
                <c:pt idx="175">
                  <c:v>0.11</c:v>
                </c:pt>
                <c:pt idx="176">
                  <c:v>0.32</c:v>
                </c:pt>
                <c:pt idx="177">
                  <c:v>-0.05</c:v>
                </c:pt>
                <c:pt idx="178">
                  <c:v>-0.13</c:v>
                </c:pt>
                <c:pt idx="179">
                  <c:v>-0.35</c:v>
                </c:pt>
                <c:pt idx="180">
                  <c:v>-0.34</c:v>
                </c:pt>
                <c:pt idx="181">
                  <c:v>-0.46</c:v>
                </c:pt>
                <c:pt idx="182">
                  <c:v>-0.6</c:v>
                </c:pt>
                <c:pt idx="183">
                  <c:v>-0.54</c:v>
                </c:pt>
                <c:pt idx="184">
                  <c:v>-0.52</c:v>
                </c:pt>
                <c:pt idx="185">
                  <c:v>-0.51</c:v>
                </c:pt>
                <c:pt idx="186">
                  <c:v>-0.42</c:v>
                </c:pt>
                <c:pt idx="187">
                  <c:v>-0.41</c:v>
                </c:pt>
                <c:pt idx="188">
                  <c:v>-0.19</c:v>
                </c:pt>
                <c:pt idx="189">
                  <c:v>-0.06</c:v>
                </c:pt>
                <c:pt idx="190">
                  <c:v>-0.1</c:v>
                </c:pt>
                <c:pt idx="191">
                  <c:v>-0.05</c:v>
                </c:pt>
                <c:pt idx="192">
                  <c:v>-0.11</c:v>
                </c:pt>
                <c:pt idx="193">
                  <c:v>-0.34</c:v>
                </c:pt>
                <c:pt idx="194">
                  <c:v>-0.36</c:v>
                </c:pt>
                <c:pt idx="195">
                  <c:v>-0.4</c:v>
                </c:pt>
                <c:pt idx="196">
                  <c:v>-0.49</c:v>
                </c:pt>
                <c:pt idx="197">
                  <c:v>-1.16</c:v>
                </c:pt>
                <c:pt idx="198">
                  <c:v>-3.52</c:v>
                </c:pt>
                <c:pt idx="199">
                  <c:v>-5.05</c:v>
                </c:pt>
                <c:pt idx="200">
                  <c:v>-4.81</c:v>
                </c:pt>
                <c:pt idx="201">
                  <c:v>-1.39</c:v>
                </c:pt>
                <c:pt idx="202">
                  <c:v>-1.37</c:v>
                </c:pt>
                <c:pt idx="203">
                  <c:v>-1.56</c:v>
                </c:pt>
                <c:pt idx="204">
                  <c:v>-1.77</c:v>
                </c:pt>
                <c:pt idx="205">
                  <c:v>-1.83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Pitch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Sheet1!$A$2:$A$207</c:f>
              <c:multiLvlStrCache>
                <c:ptCount val="206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>70</c:v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90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>110</c:v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120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>130</c:v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>140</c:v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150</c:v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>160</c:v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>170</c:v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>180</c:v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>190</c:v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>200</c:v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</c:lvl>
              </c:multiLvlStrCache>
            </c:multiLvlStrRef>
          </c:cat>
          <c:val>
            <c:numRef>
              <c:f>Sheet1!$C$2:$C$207</c:f>
              <c:numCache>
                <c:formatCode>General</c:formatCode>
                <c:ptCount val="206"/>
                <c:pt idx="0">
                  <c:v>0.91</c:v>
                </c:pt>
                <c:pt idx="1">
                  <c:v>0.86</c:v>
                </c:pt>
                <c:pt idx="2">
                  <c:v>0.75</c:v>
                </c:pt>
                <c:pt idx="3">
                  <c:v>-2.71</c:v>
                </c:pt>
                <c:pt idx="4">
                  <c:v>-2.58</c:v>
                </c:pt>
                <c:pt idx="5">
                  <c:v>-0.94</c:v>
                </c:pt>
                <c:pt idx="6">
                  <c:v>-0.32</c:v>
                </c:pt>
                <c:pt idx="7">
                  <c:v>-0.22</c:v>
                </c:pt>
                <c:pt idx="8">
                  <c:v>-0.12</c:v>
                </c:pt>
                <c:pt idx="9">
                  <c:v>-0.12</c:v>
                </c:pt>
                <c:pt idx="10">
                  <c:v>-0.33</c:v>
                </c:pt>
                <c:pt idx="11">
                  <c:v>-0.64</c:v>
                </c:pt>
                <c:pt idx="12">
                  <c:v>0.09</c:v>
                </c:pt>
                <c:pt idx="13">
                  <c:v>1.03</c:v>
                </c:pt>
                <c:pt idx="14">
                  <c:v>1.24</c:v>
                </c:pt>
                <c:pt idx="15">
                  <c:v>0.43</c:v>
                </c:pt>
                <c:pt idx="16">
                  <c:v>-0.23</c:v>
                </c:pt>
                <c:pt idx="17">
                  <c:v>-0.18</c:v>
                </c:pt>
                <c:pt idx="18">
                  <c:v>0.36</c:v>
                </c:pt>
                <c:pt idx="19">
                  <c:v>-0.77</c:v>
                </c:pt>
                <c:pt idx="20">
                  <c:v>-0.85</c:v>
                </c:pt>
                <c:pt idx="21">
                  <c:v>-0.05</c:v>
                </c:pt>
                <c:pt idx="22">
                  <c:v>0.09</c:v>
                </c:pt>
                <c:pt idx="23">
                  <c:v>-0.02</c:v>
                </c:pt>
                <c:pt idx="24">
                  <c:v>-0.46</c:v>
                </c:pt>
                <c:pt idx="25">
                  <c:v>-0.04</c:v>
                </c:pt>
                <c:pt idx="26">
                  <c:v>0.17</c:v>
                </c:pt>
                <c:pt idx="27">
                  <c:v>0.12</c:v>
                </c:pt>
                <c:pt idx="28">
                  <c:v>-0.42</c:v>
                </c:pt>
                <c:pt idx="29">
                  <c:v>-0.66</c:v>
                </c:pt>
                <c:pt idx="30">
                  <c:v>0.28</c:v>
                </c:pt>
                <c:pt idx="31">
                  <c:v>0.31</c:v>
                </c:pt>
                <c:pt idx="32">
                  <c:v>0.53</c:v>
                </c:pt>
                <c:pt idx="33">
                  <c:v>0.11</c:v>
                </c:pt>
                <c:pt idx="34">
                  <c:v>-0.08</c:v>
                </c:pt>
                <c:pt idx="35">
                  <c:v>0.04</c:v>
                </c:pt>
                <c:pt idx="36">
                  <c:v>0.15</c:v>
                </c:pt>
                <c:pt idx="37">
                  <c:v>1.26</c:v>
                </c:pt>
                <c:pt idx="38">
                  <c:v>0.82</c:v>
                </c:pt>
                <c:pt idx="39">
                  <c:v>0.56</c:v>
                </c:pt>
                <c:pt idx="40">
                  <c:v>-0.6</c:v>
                </c:pt>
                <c:pt idx="41">
                  <c:v>-1.36</c:v>
                </c:pt>
                <c:pt idx="42">
                  <c:v>-0.36</c:v>
                </c:pt>
                <c:pt idx="43">
                  <c:v>-0.09</c:v>
                </c:pt>
                <c:pt idx="44">
                  <c:v>-4.59</c:v>
                </c:pt>
                <c:pt idx="45">
                  <c:v>-5.16</c:v>
                </c:pt>
                <c:pt idx="46">
                  <c:v>-3.7</c:v>
                </c:pt>
                <c:pt idx="47">
                  <c:v>3.6</c:v>
                </c:pt>
                <c:pt idx="48">
                  <c:v>7.82</c:v>
                </c:pt>
                <c:pt idx="49">
                  <c:v>6.17</c:v>
                </c:pt>
                <c:pt idx="50">
                  <c:v>1.25</c:v>
                </c:pt>
                <c:pt idx="51">
                  <c:v>-1.21</c:v>
                </c:pt>
                <c:pt idx="52">
                  <c:v>-2.59</c:v>
                </c:pt>
                <c:pt idx="53">
                  <c:v>-5.07</c:v>
                </c:pt>
                <c:pt idx="54">
                  <c:v>-6.02</c:v>
                </c:pt>
                <c:pt idx="55">
                  <c:v>-7.92</c:v>
                </c:pt>
                <c:pt idx="56">
                  <c:v>-3.38</c:v>
                </c:pt>
                <c:pt idx="57">
                  <c:v>-3.21</c:v>
                </c:pt>
                <c:pt idx="58">
                  <c:v>-0.51</c:v>
                </c:pt>
                <c:pt idx="59">
                  <c:v>-0.04</c:v>
                </c:pt>
                <c:pt idx="60">
                  <c:v>0.69</c:v>
                </c:pt>
                <c:pt idx="61">
                  <c:v>1.51</c:v>
                </c:pt>
                <c:pt idx="62">
                  <c:v>2.77</c:v>
                </c:pt>
                <c:pt idx="63">
                  <c:v>2.76</c:v>
                </c:pt>
                <c:pt idx="64">
                  <c:v>3.57</c:v>
                </c:pt>
                <c:pt idx="65">
                  <c:v>3.95</c:v>
                </c:pt>
                <c:pt idx="66">
                  <c:v>3.99</c:v>
                </c:pt>
                <c:pt idx="67">
                  <c:v>3.88</c:v>
                </c:pt>
                <c:pt idx="68">
                  <c:v>3.63</c:v>
                </c:pt>
                <c:pt idx="69">
                  <c:v>3.18</c:v>
                </c:pt>
                <c:pt idx="70">
                  <c:v>2.89</c:v>
                </c:pt>
                <c:pt idx="71">
                  <c:v>2.48</c:v>
                </c:pt>
                <c:pt idx="72">
                  <c:v>-5.05</c:v>
                </c:pt>
                <c:pt idx="73">
                  <c:v>-6.61</c:v>
                </c:pt>
                <c:pt idx="74">
                  <c:v>-3.62</c:v>
                </c:pt>
                <c:pt idx="75">
                  <c:v>1.89</c:v>
                </c:pt>
                <c:pt idx="76">
                  <c:v>4.34</c:v>
                </c:pt>
                <c:pt idx="77">
                  <c:v>3.66</c:v>
                </c:pt>
                <c:pt idx="78">
                  <c:v>1.11</c:v>
                </c:pt>
                <c:pt idx="79">
                  <c:v>0.42</c:v>
                </c:pt>
                <c:pt idx="80">
                  <c:v>0.26</c:v>
                </c:pt>
                <c:pt idx="81">
                  <c:v>0.03</c:v>
                </c:pt>
                <c:pt idx="82">
                  <c:v>0.05</c:v>
                </c:pt>
                <c:pt idx="83">
                  <c:v>0.18</c:v>
                </c:pt>
                <c:pt idx="84">
                  <c:v>0.15</c:v>
                </c:pt>
                <c:pt idx="85">
                  <c:v>0.22</c:v>
                </c:pt>
                <c:pt idx="86">
                  <c:v>0.68</c:v>
                </c:pt>
                <c:pt idx="87">
                  <c:v>11.82</c:v>
                </c:pt>
                <c:pt idx="88">
                  <c:v>13.29</c:v>
                </c:pt>
                <c:pt idx="89">
                  <c:v>13.96</c:v>
                </c:pt>
                <c:pt idx="90">
                  <c:v>13.42</c:v>
                </c:pt>
                <c:pt idx="91">
                  <c:v>12.3</c:v>
                </c:pt>
                <c:pt idx="92">
                  <c:v>11.01</c:v>
                </c:pt>
                <c:pt idx="93">
                  <c:v>10.21</c:v>
                </c:pt>
                <c:pt idx="94">
                  <c:v>10.39</c:v>
                </c:pt>
                <c:pt idx="95">
                  <c:v>11.31</c:v>
                </c:pt>
                <c:pt idx="96">
                  <c:v>8.43</c:v>
                </c:pt>
                <c:pt idx="97">
                  <c:v>4.08</c:v>
                </c:pt>
                <c:pt idx="98">
                  <c:v>8.74</c:v>
                </c:pt>
                <c:pt idx="99">
                  <c:v>15.38</c:v>
                </c:pt>
                <c:pt idx="100">
                  <c:v>1.42</c:v>
                </c:pt>
                <c:pt idx="101">
                  <c:v>-8.53</c:v>
                </c:pt>
                <c:pt idx="102">
                  <c:v>-13.85</c:v>
                </c:pt>
                <c:pt idx="103">
                  <c:v>-12.1</c:v>
                </c:pt>
                <c:pt idx="104">
                  <c:v>-4.4</c:v>
                </c:pt>
                <c:pt idx="105">
                  <c:v>-3.12</c:v>
                </c:pt>
                <c:pt idx="106">
                  <c:v>-13.09</c:v>
                </c:pt>
                <c:pt idx="107">
                  <c:v>-10.79</c:v>
                </c:pt>
                <c:pt idx="108">
                  <c:v>11.82</c:v>
                </c:pt>
                <c:pt idx="109">
                  <c:v>1.77</c:v>
                </c:pt>
                <c:pt idx="110">
                  <c:v>-0.85</c:v>
                </c:pt>
                <c:pt idx="111">
                  <c:v>-0.27</c:v>
                </c:pt>
                <c:pt idx="112">
                  <c:v>-8.59</c:v>
                </c:pt>
                <c:pt idx="113">
                  <c:v>-12.11</c:v>
                </c:pt>
                <c:pt idx="114">
                  <c:v>5.89</c:v>
                </c:pt>
                <c:pt idx="115">
                  <c:v>10.79</c:v>
                </c:pt>
                <c:pt idx="116">
                  <c:v>-0.25</c:v>
                </c:pt>
                <c:pt idx="117">
                  <c:v>-4.66</c:v>
                </c:pt>
                <c:pt idx="118">
                  <c:v>-2.2</c:v>
                </c:pt>
                <c:pt idx="119">
                  <c:v>-5.32</c:v>
                </c:pt>
                <c:pt idx="120">
                  <c:v>-9.06</c:v>
                </c:pt>
                <c:pt idx="121">
                  <c:v>-3.06</c:v>
                </c:pt>
                <c:pt idx="122">
                  <c:v>8.55</c:v>
                </c:pt>
                <c:pt idx="123">
                  <c:v>9.15</c:v>
                </c:pt>
                <c:pt idx="124">
                  <c:v>3.06</c:v>
                </c:pt>
                <c:pt idx="125">
                  <c:v>-2.14</c:v>
                </c:pt>
                <c:pt idx="126">
                  <c:v>-5.87</c:v>
                </c:pt>
                <c:pt idx="127">
                  <c:v>-6.14</c:v>
                </c:pt>
                <c:pt idx="128">
                  <c:v>-8.21</c:v>
                </c:pt>
                <c:pt idx="129">
                  <c:v>-8.19</c:v>
                </c:pt>
                <c:pt idx="130">
                  <c:v>-3.38</c:v>
                </c:pt>
                <c:pt idx="131">
                  <c:v>12.31</c:v>
                </c:pt>
                <c:pt idx="132">
                  <c:v>3.74</c:v>
                </c:pt>
                <c:pt idx="133">
                  <c:v>-7.02</c:v>
                </c:pt>
                <c:pt idx="134">
                  <c:v>9.07</c:v>
                </c:pt>
                <c:pt idx="135">
                  <c:v>-0.24</c:v>
                </c:pt>
                <c:pt idx="136">
                  <c:v>-6.31</c:v>
                </c:pt>
                <c:pt idx="137">
                  <c:v>0.44</c:v>
                </c:pt>
                <c:pt idx="138">
                  <c:v>5.25</c:v>
                </c:pt>
                <c:pt idx="139">
                  <c:v>4.11</c:v>
                </c:pt>
                <c:pt idx="140">
                  <c:v>3.3</c:v>
                </c:pt>
                <c:pt idx="141">
                  <c:v>6.42</c:v>
                </c:pt>
                <c:pt idx="142">
                  <c:v>14.05</c:v>
                </c:pt>
                <c:pt idx="143">
                  <c:v>-5</c:v>
                </c:pt>
                <c:pt idx="144">
                  <c:v>-15.26</c:v>
                </c:pt>
                <c:pt idx="145">
                  <c:v>-0.37</c:v>
                </c:pt>
                <c:pt idx="146">
                  <c:v>8.26</c:v>
                </c:pt>
                <c:pt idx="147">
                  <c:v>8.9</c:v>
                </c:pt>
                <c:pt idx="148">
                  <c:v>-0.63</c:v>
                </c:pt>
                <c:pt idx="149">
                  <c:v>-7.79</c:v>
                </c:pt>
                <c:pt idx="150">
                  <c:v>-9.97</c:v>
                </c:pt>
                <c:pt idx="151">
                  <c:v>-7.9</c:v>
                </c:pt>
                <c:pt idx="152">
                  <c:v>-2.41</c:v>
                </c:pt>
                <c:pt idx="153">
                  <c:v>-3.17</c:v>
                </c:pt>
                <c:pt idx="154">
                  <c:v>2.8</c:v>
                </c:pt>
                <c:pt idx="155">
                  <c:v>8.69</c:v>
                </c:pt>
                <c:pt idx="156">
                  <c:v>11.72</c:v>
                </c:pt>
                <c:pt idx="157">
                  <c:v>6.73</c:v>
                </c:pt>
                <c:pt idx="158">
                  <c:v>0.44</c:v>
                </c:pt>
                <c:pt idx="159">
                  <c:v>-2.04</c:v>
                </c:pt>
                <c:pt idx="160">
                  <c:v>1.07</c:v>
                </c:pt>
                <c:pt idx="161">
                  <c:v>7.48</c:v>
                </c:pt>
                <c:pt idx="162">
                  <c:v>8.34</c:v>
                </c:pt>
                <c:pt idx="163">
                  <c:v>-2.45</c:v>
                </c:pt>
                <c:pt idx="164">
                  <c:v>-7.21</c:v>
                </c:pt>
                <c:pt idx="165">
                  <c:v>4.83</c:v>
                </c:pt>
                <c:pt idx="166">
                  <c:v>9.31</c:v>
                </c:pt>
                <c:pt idx="167">
                  <c:v>9.77</c:v>
                </c:pt>
                <c:pt idx="168">
                  <c:v>6.74</c:v>
                </c:pt>
                <c:pt idx="169">
                  <c:v>0.26</c:v>
                </c:pt>
                <c:pt idx="170">
                  <c:v>0.03</c:v>
                </c:pt>
                <c:pt idx="171">
                  <c:v>0.4</c:v>
                </c:pt>
                <c:pt idx="172">
                  <c:v>-0.17</c:v>
                </c:pt>
                <c:pt idx="173">
                  <c:v>-0.39</c:v>
                </c:pt>
                <c:pt idx="174">
                  <c:v>-0.37</c:v>
                </c:pt>
                <c:pt idx="175">
                  <c:v>-0.72</c:v>
                </c:pt>
                <c:pt idx="176">
                  <c:v>-0.74</c:v>
                </c:pt>
                <c:pt idx="177">
                  <c:v>-0.71</c:v>
                </c:pt>
                <c:pt idx="178">
                  <c:v>-0.63</c:v>
                </c:pt>
                <c:pt idx="179">
                  <c:v>-0.37</c:v>
                </c:pt>
                <c:pt idx="180">
                  <c:v>-0.29</c:v>
                </c:pt>
                <c:pt idx="181">
                  <c:v>-0.29</c:v>
                </c:pt>
                <c:pt idx="182">
                  <c:v>-0.15</c:v>
                </c:pt>
                <c:pt idx="183">
                  <c:v>-0.02</c:v>
                </c:pt>
                <c:pt idx="184">
                  <c:v>0.03</c:v>
                </c:pt>
                <c:pt idx="185">
                  <c:v>0.06</c:v>
                </c:pt>
                <c:pt idx="186">
                  <c:v>0.03</c:v>
                </c:pt>
                <c:pt idx="187">
                  <c:v>0.09</c:v>
                </c:pt>
                <c:pt idx="188">
                  <c:v>0</c:v>
                </c:pt>
                <c:pt idx="189">
                  <c:v>0.08</c:v>
                </c:pt>
                <c:pt idx="190">
                  <c:v>-0.03</c:v>
                </c:pt>
                <c:pt idx="191">
                  <c:v>0.08</c:v>
                </c:pt>
                <c:pt idx="192">
                  <c:v>0.09</c:v>
                </c:pt>
                <c:pt idx="193">
                  <c:v>0.04</c:v>
                </c:pt>
                <c:pt idx="194">
                  <c:v>0.11</c:v>
                </c:pt>
                <c:pt idx="195">
                  <c:v>0.22</c:v>
                </c:pt>
                <c:pt idx="196">
                  <c:v>-0.01</c:v>
                </c:pt>
                <c:pt idx="197">
                  <c:v>0.17</c:v>
                </c:pt>
                <c:pt idx="198">
                  <c:v>0.17</c:v>
                </c:pt>
                <c:pt idx="199">
                  <c:v>0.21</c:v>
                </c:pt>
                <c:pt idx="200">
                  <c:v>0.07</c:v>
                </c:pt>
                <c:pt idx="201">
                  <c:v>0.15</c:v>
                </c:pt>
                <c:pt idx="202">
                  <c:v>0.18</c:v>
                </c:pt>
                <c:pt idx="203">
                  <c:v>0.13</c:v>
                </c:pt>
                <c:pt idx="204">
                  <c:v>0.01</c:v>
                </c:pt>
                <c:pt idx="205">
                  <c:v>0.01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0"/>
          <c:min val="-20"/>
        </c:scaling>
        <c:delete val="0"/>
        <c:axPos val="l"/>
        <c:majorGridlines>
          <c:spPr>
            <a:ln w="9525" cap="flat">
              <a:solidFill>
                <a:srgbClr val="DD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A55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1732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926080"/>
            <a:ext cx="4023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FD6DF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Stallion V2 VTOL · Gazebo Harmonic + ArduPlane SITL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173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Stallion V2 VTOL: simulation results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9260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FD6DF"/>
                </a:solidFill>
              </a:rPr>
              <a:t>Hover, transition to forward flight, and landing in Gazebo Harmonic with ArduPlane SITL</a:t>
            </a:r>
            <a:endParaRPr lang="en-US" sz="1500" dirty="0"/>
          </a:p>
        </p:txBody>
      </p:sp>
      <p:sp>
        <p:nvSpPr>
          <p:cNvPr id="4" name="hero backing"/>
          <p:cNvSpPr/>
          <p:nvPr/>
        </p:nvSpPr>
        <p:spPr>
          <a:xfrm>
            <a:off x="4846320" y="9144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Sim model, isometric view" descr="Sim model, isometric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546087"/>
            <a:ext cx="3657600" cy="2028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Hover and transition flights pass</a:t>
            </a:r>
            <a:endParaRPr lang="en-US" sz="2600" dirty="0"/>
          </a:p>
        </p:txBody>
      </p:sp>
      <p:sp>
        <p:nvSpPr>
          <p:cNvPr id="3" name="hover card"/>
          <p:cNvSpPr/>
          <p:nvPr/>
        </p:nvSpPr>
        <p:spPr>
          <a:xfrm>
            <a:off x="457200" y="100584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over value"/>
          <p:cNvSpPr txBox="1"/>
          <p:nvPr/>
        </p:nvSpPr>
        <p:spPr>
          <a:xfrm>
            <a:off x="640080" y="1143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3000" dirty="0"/>
          </a:p>
        </p:txBody>
      </p:sp>
      <p:sp>
        <p:nvSpPr>
          <p:cNvPr id="5" name="hover label"/>
          <p:cNvSpPr txBox="1"/>
          <p:nvPr/>
        </p:nvSpPr>
        <p:spPr>
          <a:xfrm>
            <a:off x="64008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Hover</a:t>
            </a:r>
            <a:endParaRPr lang="en-US" sz="1300" dirty="0"/>
          </a:p>
        </p:txBody>
      </p:sp>
      <p:sp>
        <p:nvSpPr>
          <p:cNvPr id="6" name="hover sub"/>
          <p:cNvSpPr txBox="1"/>
          <p:nvPr/>
        </p:nvSpPr>
        <p:spPr>
          <a:xfrm>
            <a:off x="64008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Max tilt 1.6° climb, 0.5° hold</a:t>
            </a:r>
            <a:endParaRPr lang="en-US" sz="1100" dirty="0"/>
          </a:p>
        </p:txBody>
      </p:sp>
      <p:sp>
        <p:nvSpPr>
          <p:cNvPr id="7" name="transition card"/>
          <p:cNvSpPr/>
          <p:nvPr/>
        </p:nvSpPr>
        <p:spPr>
          <a:xfrm>
            <a:off x="2532888" y="100584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ransition value"/>
          <p:cNvSpPr txBox="1"/>
          <p:nvPr/>
        </p:nvSpPr>
        <p:spPr>
          <a:xfrm>
            <a:off x="2715768" y="1143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3000" dirty="0"/>
          </a:p>
        </p:txBody>
      </p:sp>
      <p:sp>
        <p:nvSpPr>
          <p:cNvPr id="9" name="transition label"/>
          <p:cNvSpPr txBox="1"/>
          <p:nvPr/>
        </p:nvSpPr>
        <p:spPr>
          <a:xfrm>
            <a:off x="2715768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Transition</a:t>
            </a:r>
            <a:endParaRPr lang="en-US" sz="1300" dirty="0"/>
          </a:p>
        </p:txBody>
      </p:sp>
      <p:sp>
        <p:nvSpPr>
          <p:cNvPr id="10" name="transition sub"/>
          <p:cNvSpPr txBox="1"/>
          <p:nvPr/>
        </p:nvSpPr>
        <p:spPr>
          <a:xfrm>
            <a:off x="2715768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Min alt 15.6 m in forward flight</a:t>
            </a:r>
            <a:endParaRPr lang="en-US" sz="1100" dirty="0"/>
          </a:p>
        </p:txBody>
      </p:sp>
      <p:sp>
        <p:nvSpPr>
          <p:cNvPr id="11" name="speed card"/>
          <p:cNvSpPr/>
          <p:nvPr/>
        </p:nvSpPr>
        <p:spPr>
          <a:xfrm>
            <a:off x="4608576" y="100584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peed value"/>
          <p:cNvSpPr txBox="1"/>
          <p:nvPr/>
        </p:nvSpPr>
        <p:spPr>
          <a:xfrm>
            <a:off x="4791456" y="1143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 m/s</a:t>
            </a:r>
            <a:endParaRPr lang="en-US" sz="3000" dirty="0"/>
          </a:p>
        </p:txBody>
      </p:sp>
      <p:sp>
        <p:nvSpPr>
          <p:cNvPr id="13" name="speed label"/>
          <p:cNvSpPr txBox="1"/>
          <p:nvPr/>
        </p:nvSpPr>
        <p:spPr>
          <a:xfrm>
            <a:off x="4791456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Max ground speed</a:t>
            </a:r>
            <a:endParaRPr lang="en-US" sz="1300" dirty="0"/>
          </a:p>
        </p:txBody>
      </p:sp>
      <p:sp>
        <p:nvSpPr>
          <p:cNvPr id="14" name="speed sub"/>
          <p:cNvSpPr txBox="1"/>
          <p:nvPr/>
        </p:nvSpPr>
        <p:spPr>
          <a:xfrm>
            <a:off x="4791456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Forward flight, FBWB</a:t>
            </a:r>
            <a:endParaRPr lang="en-US" sz="1100" dirty="0"/>
          </a:p>
        </p:txBody>
      </p:sp>
      <p:sp>
        <p:nvSpPr>
          <p:cNvPr id="15" name="tilt card"/>
          <p:cNvSpPr/>
          <p:nvPr/>
        </p:nvSpPr>
        <p:spPr>
          <a:xfrm>
            <a:off x="6684264" y="100584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ilt value"/>
          <p:cNvSpPr txBox="1"/>
          <p:nvPr/>
        </p:nvSpPr>
        <p:spPr>
          <a:xfrm>
            <a:off x="6867144" y="1143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7.9°</a:t>
            </a:r>
            <a:endParaRPr lang="en-US" sz="3000" dirty="0"/>
          </a:p>
        </p:txBody>
      </p:sp>
      <p:sp>
        <p:nvSpPr>
          <p:cNvPr id="17" name="tilt label"/>
          <p:cNvSpPr txBox="1"/>
          <p:nvPr/>
        </p:nvSpPr>
        <p:spPr>
          <a:xfrm>
            <a:off x="6867144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Max tilt, forward flight</a:t>
            </a:r>
            <a:endParaRPr lang="en-US" sz="1300" dirty="0"/>
          </a:p>
        </p:txBody>
      </p:sp>
      <p:sp>
        <p:nvSpPr>
          <p:cNvPr id="18" name="tilt sub"/>
          <p:cNvSpPr txBox="1"/>
          <p:nvPr/>
        </p:nvSpPr>
        <p:spPr>
          <a:xfrm>
            <a:off x="6867144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Settles within 2° after 17.5 s</a:t>
            </a:r>
            <a:endParaRPr lang="en-US" sz="1100" dirty="0"/>
          </a:p>
        </p:txBody>
      </p:sp>
      <p:sp>
        <p:nvSpPr>
          <p:cNvPr id="19" name="summary bullets"/>
          <p:cNvSpPr txBox="1"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Transition run: hover climb, transition, cruise, back-transition, and QLAND all completed; the aircraft reached the ground at the 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Hover run: QLAND was not finished inside the 15 s test window (see Convergence)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model is built from the V2 CAD</a:t>
            </a:r>
            <a:endParaRPr lang="en-US" sz="2600" dirty="0"/>
          </a:p>
        </p:txBody>
      </p:sp>
      <p:pic>
        <p:nvPicPr>
          <p:cNvPr id="3" name="sim model top view" descr="sim model top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1361"/>
            <a:ext cx="3931920" cy="3003678"/>
          </a:xfrm>
          <a:prstGeom prst="rect">
            <a:avLst/>
          </a:prstGeom>
        </p:spPr>
      </p:pic>
      <p:sp>
        <p:nvSpPr>
          <p:cNvPr id="4" name="model bullets"/>
          <p:cNvSpPr txBox="1"/>
          <p:nvPr/>
        </p:nvSpPr>
        <p:spPr>
          <a:xfrm>
            <a:off x="4663440" y="105156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Source: stallion_v2_equipped_with_pod.glb, 96 parts, converted to Gazebo axes (x forward, z up)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28 of 96 parts had mesh defects (holes, non-manifold edges, duplicate faces). All 96 pass after repair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Collision: one closed skin, 8,688 faces, shrink-wrapped from the CAD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Moving parts from CAD: 2 tilting motor mounts, 3 motors, 4 control surfaces, rear yaw mount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Centre of gravity placed at the manual's 60 mm aft of the wing-root leading edge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changed in the simulation</a:t>
            </a:r>
            <a:endParaRPr lang="en-US" sz="2600" dirty="0"/>
          </a:p>
        </p:txBody>
      </p:sp>
      <p:graphicFrame>
        <p:nvGraphicFramePr>
          <p:cNvPr id="5" name="chan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Change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Tilt limit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Q_TILT_MAX 90 → 45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V-tail servos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SERVO7/8 set to V-tail left/right (79/80), was elevator/rudder (19/21)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Control surfaces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Ailerons, V-tail ruddervators added as joints with lift surfaces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Propulsion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Prop model calibrated to a 17 N static thrust per motor; motor joint damping reduced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Drag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Parasite drag added from the 5.4 dm² frontal area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Hover throttle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Q_M_THST_HOVER 0.42 → 0.55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Hover: tilt stays under 2° until QLAND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hover notes"/>
          <p:cNvSpPr txBox="1"/>
          <p:nvPr/>
        </p:nvSpPr>
        <p:spPr>
          <a:xfrm>
            <a:off x="6400800" y="1097280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Climb (0–9.5 s): max tilt 1.6°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Hold at 3.6–4.3 m (10–20 s): max tilt 0.5°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QLAND (20.6–35.2 s): tilt rises to 10.9°, ends at 4.6°. Not settled within the 15 s window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Transition: tilt settles after each phase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hase note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Hover 0–40 s · forward flight 40–70 s · back-transition 71–86 s · QLAND 86–206 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Convergence by phase</a:t>
            </a:r>
            <a:endParaRPr lang="en-US" sz="2600" dirty="0"/>
          </a:p>
        </p:txBody>
      </p:sp>
      <p:graphicFrame>
        <p:nvGraphicFramePr>
          <p:cNvPr id="8" name="converge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37160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Run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Max tilt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Final tilt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Within 2° after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Climb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Hover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1.6°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Within 2° throughout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Hover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Within 2° throughout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QLAND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Hover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10.9°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4.6°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reached in 15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Forward flight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Transition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7.9°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2.6°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17.5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Back-transition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Transition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6.6°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7.1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QLAND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Transition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16.3°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1.9°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87.1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definition note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Within 2° after: the time from the phase start until |roll| and |pitch| both stay at or below 2° for 2 s. Tilt is the larger of |roll| and |pitch|.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Sim model: isometric and top</a:t>
            </a:r>
            <a:endParaRPr lang="en-US" sz="2600" dirty="0"/>
          </a:p>
        </p:txBody>
      </p:sp>
      <p:sp>
        <p:nvSpPr>
          <p:cNvPr id="3" name="iso backing"/>
          <p:cNvSpPr/>
          <p:nvPr/>
        </p:nvSpPr>
        <p:spPr>
          <a:xfrm>
            <a:off x="457200" y="96012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sim model isometric" descr="sim model isometr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1115"/>
            <a:ext cx="3840480" cy="2129889"/>
          </a:xfrm>
          <a:prstGeom prst="rect">
            <a:avLst/>
          </a:prstGeom>
        </p:spPr>
      </p:pic>
      <p:sp>
        <p:nvSpPr>
          <p:cNvPr id="5" name="top backing"/>
          <p:cNvSpPr/>
          <p:nvPr/>
        </p:nvSpPr>
        <p:spPr>
          <a:xfrm>
            <a:off x="4663440" y="96012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sim model top" descr="sim model 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99147"/>
            <a:ext cx="3840480" cy="29338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Sim model: side, front and rear</a:t>
            </a:r>
            <a:endParaRPr lang="en-US" sz="2600" dirty="0"/>
          </a:p>
        </p:txBody>
      </p:sp>
      <p:sp>
        <p:nvSpPr>
          <p:cNvPr id="3" name="side backing"/>
          <p:cNvSpPr/>
          <p:nvPr/>
        </p:nvSpPr>
        <p:spPr>
          <a:xfrm>
            <a:off x="457200" y="96012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sim model side" descr="sim model s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2554" y="1005840"/>
            <a:ext cx="4618892" cy="1645920"/>
          </a:xfrm>
          <a:prstGeom prst="rect">
            <a:avLst/>
          </a:prstGeom>
        </p:spPr>
      </p:pic>
      <p:sp>
        <p:nvSpPr>
          <p:cNvPr id="5" name="front backing"/>
          <p:cNvSpPr/>
          <p:nvPr/>
        </p:nvSpPr>
        <p:spPr>
          <a:xfrm>
            <a:off x="457200" y="28346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sim model front" descr="sim model fro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65239"/>
            <a:ext cx="3840480" cy="1076162"/>
          </a:xfrm>
          <a:prstGeom prst="rect">
            <a:avLst/>
          </a:prstGeom>
        </p:spPr>
      </p:pic>
      <p:sp>
        <p:nvSpPr>
          <p:cNvPr id="7" name="rear backing"/>
          <p:cNvSpPr/>
          <p:nvPr/>
        </p:nvSpPr>
        <p:spPr>
          <a:xfrm>
            <a:off x="4663440" y="28346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sim model rear" descr="sim model re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105372"/>
            <a:ext cx="3840480" cy="1195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Open items</a:t>
            </a:r>
            <a:endParaRPr lang="en-US" sz="2800" dirty="0"/>
          </a:p>
        </p:txBody>
      </p:sp>
      <p:sp>
        <p:nvSpPr>
          <p:cNvPr id="3" name="step 1 badge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itle"/>
          <p:cNvSpPr txBox="1"/>
          <p:nvPr/>
        </p:nvSpPr>
        <p:spPr>
          <a:xfrm>
            <a:off x="1051560" y="114300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Hover landing</a:t>
            </a:r>
            <a:endParaRPr lang="en-US" sz="1600" dirty="0"/>
          </a:p>
        </p:txBody>
      </p:sp>
      <p:sp>
        <p:nvSpPr>
          <p:cNvPr id="6" name="step 1 body"/>
          <p:cNvSpPr txBox="1"/>
          <p:nvPr/>
        </p:nvSpPr>
        <p:spPr>
          <a:xfrm>
            <a:off x="1051560" y="1490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6DF"/>
                </a:solidFill>
              </a:rPr>
              <a:t>QLAND in the hover run reached 10.9° and did not settle within the 15 s window. Needs a longer landing check.</a:t>
            </a:r>
            <a:endParaRPr lang="en-US" sz="1300" dirty="0"/>
          </a:p>
        </p:txBody>
      </p:sp>
      <p:sp>
        <p:nvSpPr>
          <p:cNvPr id="7" name="step 2 badge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 2 number"/>
          <p:cNvSpPr txBox="1"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2 title"/>
          <p:cNvSpPr txBox="1"/>
          <p:nvPr/>
        </p:nvSpPr>
        <p:spPr>
          <a:xfrm>
            <a:off x="1051560" y="224028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Hover gains</a:t>
            </a:r>
            <a:endParaRPr lang="en-US" sz="1600" dirty="0"/>
          </a:p>
        </p:txBody>
      </p:sp>
      <p:sp>
        <p:nvSpPr>
          <p:cNvPr id="10" name="step 2 body"/>
          <p:cNvSpPr txBox="1"/>
          <p:nvPr/>
        </p:nvSpPr>
        <p:spPr>
          <a:xfrm>
            <a:off x="1051560" y="25877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6DF"/>
                </a:solidFill>
              </a:rPr>
              <a:t>Tilt in QLAND reaches 16° after transition, so the low-speed gains need tuning.</a:t>
            </a:r>
            <a:endParaRPr lang="en-US" sz="1300" dirty="0"/>
          </a:p>
        </p:txBody>
      </p:sp>
      <p:sp>
        <p:nvSpPr>
          <p:cNvPr id="11" name="step 3 badge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 3 title"/>
          <p:cNvSpPr txBox="1"/>
          <p:nvPr/>
        </p:nvSpPr>
        <p:spPr>
          <a:xfrm>
            <a:off x="1051560" y="33375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Real aircraft params</a:t>
            </a:r>
            <a:endParaRPr lang="en-US" sz="1600" dirty="0"/>
          </a:p>
        </p:txBody>
      </p:sp>
      <p:sp>
        <p:nvSpPr>
          <p:cNvPr id="14" name="step 3 body"/>
          <p:cNvSpPr txBox="1"/>
          <p:nvPr/>
        </p:nvSpPr>
        <p:spPr>
          <a:xfrm>
            <a:off x="1051560" y="3685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6DF"/>
                </a:solidFill>
              </a:rPr>
              <a:t>stallion_matek_h743.parm still has Q_TILT_MAX 90 and SERVO7/8 = 19/21. Review before flying the real aircraft.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llion Sim">
  <a:themeElements>
    <a:clrScheme name="Stallion Sim">
      <a:dk1>
        <a:srgbClr val="1B2430"/>
      </a:dk1>
      <a:lt1>
        <a:srgbClr val="FFFFFF"/>
      </a:lt1>
      <a:dk2>
        <a:srgbClr val="4A5566"/>
      </a:dk2>
      <a:lt2>
        <a:srgbClr val="EEF1F4"/>
      </a:lt2>
      <a:accent1>
        <a:srgbClr val="EB6834"/>
      </a:accent1>
      <a:accent2>
        <a:srgbClr val="2A78D6"/>
      </a:accent2>
      <a:accent3>
        <a:srgbClr val="1BAF7A"/>
      </a:accent3>
      <a:accent4>
        <a:srgbClr val="E34948"/>
      </a:accent4>
      <a:accent5>
        <a:srgbClr val="EDA100"/>
      </a:accent5>
      <a:accent6>
        <a:srgbClr val="8A94A3"/>
      </a:accent6>
      <a:hlink>
        <a:srgbClr val="2A78D6"/>
      </a:hlink>
      <a:folHlink>
        <a:srgbClr val="6250D6"/>
      </a:folHlink>
    </a:clrScheme>
    <a:fontScheme name="Stallion Si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Stallion V2 VTOL simulation results</dc:title>
  <dc:subject>PptxGenJS Presentation</dc:subject>
  <dc:creator>nimit0506</dc:creator>
  <cp:lastModifiedBy>nimit0506</cp:lastModifiedBy>
  <cp:revision>1</cp:revision>
  <dcterms:created xsi:type="dcterms:W3CDTF">2026-10-19T17:08:22Z</dcterms:created>
  <dcterms:modified xsi:type="dcterms:W3CDTF">2026-10-19T17:08:22Z</dcterms:modified>
</cp:coreProperties>
</file>